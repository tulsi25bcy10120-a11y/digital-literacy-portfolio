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Digital Literacy Portfolio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Tulsi Sharma</a:t>
            </a:r>
          </a:p>
          <a:p>
            <a:r>
              <a:t>Student Digital Ambassador</a:t>
            </a:r>
          </a:p>
          <a:p>
            <a:r>
              <a:t>VIT Bhopal</a:t>
            </a:r>
          </a:p>
          <a:p>
            <a:r>
              <a:t>21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Hi! I’m Tulsi, a Student Digital Ambassador.</a:t>
            </a:r>
          </a:p>
          <a:p>
            <a:r>
              <a:t>I enjoy helping others understand how to use the internet safely and smartly.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My Role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Help students with digital tools</a:t>
            </a:r>
          </a:p>
          <a:p>
            <a:r>
              <a:t>• Spread awareness about online safety</a:t>
            </a:r>
          </a:p>
          <a:p>
            <a:r>
              <a:t>• Guide in building online profiles</a:t>
            </a:r>
          </a:p>
          <a:p>
            <a:r>
              <a:t>• Encourage responsible behavior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Digital Literacy?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It means knowing how to use technology safely, smartly, and effectively in daily life.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Building a Professional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 a clear photo</a:t>
            </a:r>
          </a:p>
          <a:p>
            <a:r>
              <a:t>• Write a simple bio</a:t>
            </a:r>
          </a:p>
          <a:p>
            <a:r>
              <a:t>• Show your skills</a:t>
            </a:r>
          </a:p>
          <a:p>
            <a:r>
              <a:t>• Keep it updated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Keep it simple</a:t>
            </a:r>
          </a:p>
          <a:p>
            <a:r>
              <a:t>• Add skills &amp; projects</a:t>
            </a:r>
          </a:p>
          <a:p>
            <a:r>
              <a:t>• Use bullet points</a:t>
            </a:r>
          </a:p>
          <a:p>
            <a:r>
              <a:t>• Share links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Online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Be polite</a:t>
            </a:r>
          </a:p>
          <a:p>
            <a:r>
              <a:t>• Think before posting</a:t>
            </a:r>
          </a:p>
          <a:p>
            <a:r>
              <a:t>• Avoid rude language</a:t>
            </a:r>
          </a:p>
          <a:p>
            <a:r>
              <a:t>• Be clear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Cyber Safety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Strong passwords</a:t>
            </a:r>
          </a:p>
          <a:p>
            <a:r>
              <a:t>• Don’t click unknown links</a:t>
            </a:r>
          </a:p>
          <a:p>
            <a:r>
              <a:t>• Keep info private</a:t>
            </a:r>
          </a:p>
          <a:p>
            <a:r>
              <a:t>• Use security tools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Digital Footprint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Everything you post stays online.</a:t>
            </a:r>
          </a:p>
          <a:p>
            <a:r>
              <a:t>Always think before sharing anything.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Cyber Threats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Phishing</a:t>
            </a:r>
          </a:p>
          <a:p>
            <a:r>
              <a:t>• Hacking</a:t>
            </a:r>
          </a:p>
          <a:p>
            <a:r>
              <a:t>• Scams</a:t>
            </a:r>
          </a:p>
          <a:p>
            <a:r>
              <a:t>Stay alert and verify everything.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Social Media 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Don’t spread fake news</a:t>
            </a:r>
          </a:p>
          <a:p>
            <a:r>
              <a:t>• Be respectful</a:t>
            </a:r>
          </a:p>
          <a:p>
            <a:r>
              <a:t>• Avoid bullying</a:t>
            </a:r>
          </a:p>
          <a:p>
            <a:r>
              <a:t>• Use it positively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Useful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Google Docs</a:t>
            </a:r>
          </a:p>
          <a:p>
            <a:r>
              <a:t>• Canva</a:t>
            </a:r>
          </a:p>
          <a:p>
            <a:r>
              <a:t>• GitHub</a:t>
            </a:r>
          </a:p>
          <a:p>
            <a:r>
              <a:t>• Zoom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My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Help classmates</a:t>
            </a:r>
          </a:p>
          <a:p>
            <a:r>
              <a:t>• Share tips</a:t>
            </a:r>
          </a:p>
          <a:p>
            <a:r>
              <a:t>• Conduct small sessions</a:t>
            </a:r>
          </a:p>
          <a:p>
            <a:r>
              <a:t>• Support learning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Digital skills are important for everyone.</a:t>
            </a:r>
          </a:p>
          <a:p>
            <a:r>
              <a:t>I want to help my peers stay safe and confident online.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you!</a:t>
            </a:r>
          </a:p>
          <a:p>
            <a:r>
              <a:t>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